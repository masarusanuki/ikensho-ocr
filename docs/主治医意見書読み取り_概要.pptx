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Yu Gothic"/>
              </a:rPr>
              <a:t>主治医意見書 読み取りアプリ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DCE6F5"/>
                </a:solidFill>
                <a:latin typeface="Yu Gothic"/>
              </a:rPr>
              <a:t>介護認定の主治医意見書を読み取り、確認・編集して JSON / CSV 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B1F24"/>
                </a:solidFill>
                <a:latin typeface="Yu Gothic"/>
              </a:rPr>
              <a:t>項目 107 項目 ／ チェック欄 186 箇所 ／ 検証 250 検体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5B636E"/>
                </a:solidFill>
                <a:latin typeface="Yu Gothic"/>
              </a:rPr>
              <a:t>端末内で処理し、患者情報を外部に送信しません</a:t>
            </a:r>
          </a:p>
          <a:p>
            <a:pPr algn="l">
              <a:spcBef>
                <a:spcPts val="600"/>
              </a:spcBef>
            </a:pPr>
            <a:r>
              <a:rPr sz="800" b="0">
                <a:solidFill>
                  <a:srgbClr val="1B1F24"/>
                </a:solidFill>
                <a:latin typeface="Yu Gothic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Masaru Sanuki, University of Tsukuba &amp; Department of Biomedical Informatics, University of Tsukuba Hospital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2026年9月23日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できること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読み取り → 確認・編集 → 保存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・2ページのPDF・画像を、1件でも複数件でも読み取る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スマートフォンやタブレットで1ページずつ撮った写真にも対応（ページの並びを自動で判定）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・チェック欄 186 箇所は OCR を使わずに判定する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白紙様式との差分で見るため、手書き・印刷・スキャンのいずれでも安定する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・読み違いを前提に、確信度を色で示して確認・編集できる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要確認だけを表示、元画像の該当箇所を拡大、クリックで対応する項目へ移動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・JSON と CSV で保存する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西暦に直した日付など、機械学習で使いやすい形も別に出力する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・研究用の匿名化に対応する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氏名が白抜きなら「匿名化済み」、指定すれば住所・連絡先も「マスク済み」にする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画面の流れ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3383280" cy="2377440"/>
          </a:xfrm>
          <a:prstGeom prst="rect">
            <a:avLst/>
          </a:prstGeom>
          <a:solidFill>
            <a:srgbClr val="F2F5F9"/>
          </a:solidFill>
          <a:ln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E5AA8"/>
                </a:solidFill>
                <a:latin typeface="Yu Gothic"/>
              </a:rPr>
              <a:t>1. 読み取り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B1F24"/>
                </a:solidFill>
                <a:latin typeface="Yu Gothic"/>
              </a:rPr>
              <a:t>ファイルを入れる／カメラで撮る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B1F24"/>
                </a:solidFill>
                <a:latin typeface="Yu Gothic"/>
              </a:rPr>
              <a:t>様式を自動判別して位置合わせ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2011680"/>
            <a:ext cx="3383280" cy="2377440"/>
          </a:xfrm>
          <a:prstGeom prst="rect">
            <a:avLst/>
          </a:prstGeom>
          <a:solidFill>
            <a:srgbClr val="F2F5F9"/>
          </a:solidFill>
          <a:ln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E5AA8"/>
                </a:solidFill>
                <a:latin typeface="Yu Gothic"/>
              </a:rPr>
              <a:t>2. 確認・編集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B1F24"/>
                </a:solidFill>
                <a:latin typeface="Yu Gothic"/>
              </a:rPr>
              <a:t>左に元画像、右に項目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B1F24"/>
                </a:solidFill>
                <a:latin typeface="Yu Gothic"/>
              </a:rPr>
              <a:t>確信度で色分け、確定・削除・音声入力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8183879" y="2011680"/>
            <a:ext cx="3383280" cy="2377440"/>
          </a:xfrm>
          <a:prstGeom prst="rect">
            <a:avLst/>
          </a:prstGeom>
          <a:solidFill>
            <a:srgbClr val="F2F5F9"/>
          </a:solidFill>
          <a:ln>
            <a:solidFill>
              <a:srgbClr val="D5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E5AA8"/>
                </a:solidFill>
                <a:latin typeface="Yu Gothic"/>
              </a:rPr>
              <a:t>3. 保存・出力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B1F24"/>
                </a:solidFill>
                <a:latin typeface="Yu Gothic"/>
              </a:rPr>
              <a:t>JSON / CSV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B1F24"/>
                </a:solidFill>
                <a:latin typeface="Yu Gothic"/>
              </a:rPr>
              <a:t>読み取り時刻・確信度・訂正の理由も残す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確認・編集は左右が別々にスクロールし、元画像をクリックすると対応する項目へ移動します。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読み取りの仕組み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LLM に頼らず、画像処理と辞書で決められるところは決める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・① 位置合わせ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ORB 特徴点 + RANSAC で様式を判別し、写真の歪みも補正する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・② チェック欄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白紙様式との差分で「書き込みだけ」を残し、枠内の埋まり具合とはみ出したレ点・丸印を合わせて判定する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・③ 数字だけの欄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元号は様式で決まっているので数字だけを読み、印刷された「年・月・日」で区切る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・④ テキスト欄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OCR → 記号の除去 → 字体の正規化 → 誤字訂正 → 医療辞書との照合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・⑤ 検算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白紙様式との差分から「およそ何文字書かれているか」を出し、読めた文字数と食い違えば確信度を下げて理由を出す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ベンチマーク① チェック欄の判定（正解データ100通・18,600枠）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頂いた正解データで測定。印の種類13通り＋二重線で訂正47件を含む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74519"/>
          <a:ext cx="96926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1828800"/>
                <a:gridCol w="1828800"/>
              </a:tblGrid>
              <a:tr h="4145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</a:rPr>
                        <a:t>正解率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</a:rPr>
                        <a:t>見落とし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</a:rPr>
                        <a:t>誤検出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</a:rPr>
                        <a:t>二重線を消せた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Yu Gothic"/>
                        </a:rPr>
                        <a:t>作り直す前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Yu Gothic"/>
                        </a:rPr>
                        <a:t>95.47 %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Yu Gothic"/>
                        </a:rPr>
                        <a:t>11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Yu Gothic"/>
                        </a:rPr>
                        <a:t>785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Yu Gothic"/>
                        </a:rPr>
                        <a:t>0 / 47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F24"/>
                          </a:solidFill>
                          <a:latin typeface="Yu Gothic"/>
                        </a:rPr>
                        <a:t>いま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7F4B"/>
                          </a:solidFill>
                          <a:latin typeface="Yu Gothic"/>
                        </a:rPr>
                        <a:t>99.08 %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7F4B"/>
                          </a:solidFill>
                          <a:latin typeface="Yu Gothic"/>
                        </a:rPr>
                        <a:t>46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7F4B"/>
                          </a:solidFill>
                          <a:latin typeface="Yu Gothic"/>
                        </a:rPr>
                        <a:t>117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7F4B"/>
                          </a:solidFill>
                          <a:latin typeface="Yu Gothic"/>
                        </a:rPr>
                        <a:t>39 / 47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657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・誤検出785件は、すべて枠の中にインクが無かった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差分を「枠＋周囲45%」の1つの窓で測っていたため、隣の欄の手書きを拾っていた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・書き方ごとに見る場所を分けた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枠の内側 / 枠の外周（丸囲み）/ 枠の右下（はみ出し）。外周は左右の偏りで隣の字と見分ける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・二重線で消した印は、元画像から長い横線を取り出して見つける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差分では線が途切れる。白紙にもある罫線を引き、枠を左右に突き抜ける線だけを数える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・ブラウザ版と558枠を突き合わせ、判定のずれ0を確認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ベンチマーク② 文字を読むモデルの比較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正解データ（72項目）と突き合わせた実測。位置合わせと欄の切り出しは共通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16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1565"/>
                <a:gridCol w="1712685"/>
                <a:gridCol w="1712685"/>
                <a:gridCol w="1712685"/>
                <a:gridCol w="1370148"/>
                <a:gridCol w="1370148"/>
              </a:tblGrid>
              <a:tr h="4069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エンジン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文字正解率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完全一致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空欄の判定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拾い読み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所要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rapidocr:japan_v4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93.0%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60.0%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95.5%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0件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45.3秒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tesseract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85.3%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54.0%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81.8%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2件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9.5秒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rapidocr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80.4%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42.0%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90.9%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1件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55.9秒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657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・日本語専用の認識モデルに替えた（PP-OCRv4）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既定のRapidOCRは中国語向け。tesseractは日本語のかな・医療用語に弱い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・罫線・カッコ・単位を切り落としてから読む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白紙様式との差分で印刷と書き込みを見分ける。生読みで 78.0% → 84.6%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・書き込みが無い欄は読まない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罫線から文字を作る「拾い読み」を防ぐ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・ブラウザ版も同じモデルを動かす（onnxruntime-web）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実測 92.1%。Python版 93.0% とほぼ揃った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この表は2検体72項目での比較。正解データ100通での実測は次ページ。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ベンチマーク②b 正解データ100通で文字欄を測る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まとめた正解率では見えない外し方を、欄ごと・部分ごとに切り分けた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2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371600"/>
                <a:gridCol w="5852160"/>
              </a:tblGrid>
              <a:tr h="3992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欄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作業前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いま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何が起きていたか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ふりがな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0.00 %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78.1 %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文字種の指定がカタカナだけで、ひらがなを全部捨てていた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留意事項（その他）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46.4 %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88.7 %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欄の文字の位置検出が落ちると何も読めていなかった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体重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70.8 %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83.3 %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手書きの小さな小数点を読み落とす（430→43.0 と範囲で判断）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連絡先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80.1 %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86.5 %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同上（位置検出の取りこぼし）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文字全体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84.3 %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4B"/>
                          </a:solidFill>
                          <a:latin typeface="Yu Gothic"/>
                        </a:rPr>
                        <a:t>88.4 %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4805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・「ふりがな」は0.00%だった。読めていたのに、後処理が全部捨てていた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様式の欄名どおり、書かれるのはひらがな。カタカナだけを許していた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・日付は年・月・日を別々に測る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実測は 年78.1% / 月92.4% / 日94.1%。いちばん悪いのは年（日ではない）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ベンチマーク②c 新しい正解データ1,000通（Word入力と手書きが混在）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読みやすさの4段階から16通ずつ・64通で実測。□ひとつを1件として数えた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1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046"/>
                <a:gridCol w="2271562"/>
                <a:gridCol w="2271562"/>
                <a:gridCol w="3028749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読みやすさ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チェック欄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文字欄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件数（1,000通中）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活字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86.5 %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84.2 %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350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標準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81.6 %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84.2 %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204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達筆（連綿・寝せ字）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78.1 %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39.7 %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227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7F4B"/>
                          </a:solidFill>
                          <a:latin typeface="Yu Gothic"/>
                        </a:rPr>
                        <a:t>汚い（つぶれ・重なり）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7F4B"/>
                          </a:solidFill>
                          <a:latin typeface="Yu Gothic"/>
                        </a:rPr>
                        <a:t>66.4 %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7F4B"/>
                          </a:solidFill>
                          <a:latin typeface="Yu Gothic"/>
                        </a:rPr>
                        <a:t>16.1 %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7F4B"/>
                          </a:solidFill>
                          <a:latin typeface="Yu Gothic"/>
                        </a:rPr>
                        <a:t>219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023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・崩れているのは「汚い」の1種類に集中している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文字は 16.1%。実質読めていない。取り込みの品質がそのまま精度になる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・枠単位で数えると 89.36%（4,895枠）。seigo の 99.08% とは10ポイント差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数え方を揃えた上での差なので、本物の差。しきい値は seigo に合わせたままで未調整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・テンプレートの座標の取り違えで、中央寄せの欄がそろって壊れていた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年齢12.5%→54.2% / 身長6.3%→48.1% / 体重15.6%→58.3%。目視では気づけなかった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数字は「どの正解データで、何を1件と数えたか」と必ず一緒に見てください。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ベンチマーク③ LLMモデルの比較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16問（うち4問は「候補を出してはいけない」問題）／ CPU のみ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1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330"/>
                <a:gridCol w="1415071"/>
                <a:gridCol w="1415071"/>
                <a:gridCol w="2122607"/>
                <a:gridCol w="1768839"/>
              </a:tblGrid>
              <a:tr h="4023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</a:rPr>
                        <a:t>モデル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</a:rPr>
                        <a:t>サイズ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</a:rPr>
                        <a:t>正答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</a:rPr>
                        <a:t>安全（作り出さない）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Yu Gothic"/>
                        </a:rPr>
                        <a:t>1件あたり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辞書のみ（LLM不使用）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9/12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4/4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即時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Qwen3-4B-Instruct-2507-Q4_K_M.gguf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2.3 GB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11/12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4/4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1.30 秒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qwen2.5-1.5b-instruct-q4_k_m.gguf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1.0 GB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10/12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4/4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0.50 秒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qwen2.5-3b-instruct-q4_k_m.gguf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2.0 GB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10/12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4/4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1F24"/>
                          </a:solidFill>
                          <a:latin typeface="Yu Gothic"/>
                        </a:rPr>
                        <a:t>1.01 秒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947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・辞書だけでも 12問中9問は正しく直る。LLM は「辞書に無い表記ゆれ」への保険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・短い欄（傷病名など）は候補を出すだけで、値は自動確定しない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小型LLMは読み取り不能な文字列からも、もっともらしい病名を作り出すため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・記述欄（経過及び治療内容・特記すべき事項）だけは校正結果を自動反映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反映前の読みは「OCR生読み」として候補に残るので、1押しで戻せる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ベンチマーク④ 数字の欄と、記述欄の検算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7144"/>
                <a:gridCol w="4675632"/>
                <a:gridCol w="3057144"/>
              </a:tblGrid>
              <a:tr h="4023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対象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やり方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Yu Gothic"/>
                        </a:rPr>
                        <a:t>結果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記入日・生年月日・最終診察日・発症年月日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元号は読まず数字だけを読み、印刷された年／月／日で区切る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10 / 10 正解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電話番号・郵便番号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文字種を限定し、書式を整える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029-873-3111 の形に統一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記述欄の左端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白紙様式を見て、印刷にぶつからない範囲で読み取り枠を広げる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症状名は9件中9件で先頭が切れていた → 解消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記入が無い欄の拾い読み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書き込みが1文字ぶんも無いのに文字が読めた場合を検出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B1F24"/>
                          </a:solidFill>
                          <a:latin typeface="Yu Gothic"/>
                        </a:rPr>
                        <a:t>449欄中28欄を検出（確信度0.8以上の誤りは0件）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029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値は書き換えず、確信度を下げて理由を出す。「読めた文字が少ないから補う」ことはしない（無い記載を作らないため）。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医療辞書と医療機関一覧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・傷病名は ICD-10 コードと介護保険の特定疾病フラグを持つ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編集距離ベースの照合で1文字違いも拾う（骨粗葵症→骨粗鬆症、慢性裳臓病→慢性腎臓病）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・診療科しか入らない欄には診療科の辞書を当てる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・医療機関は厚生労働省の一覧と突き合わせる（47 都道府県 / 97,399 件 / 2026-09-06 現在）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確認画面では都道府県を選んで検索でき、選ぶと所在地と電話も自動で入る</a:t>
            </a:r>
          </a:p>
          <a:p>
            <a:pPr algn="l">
              <a:spcBef>
                <a:spcPts val="1000"/>
              </a:spcBef>
            </a:pPr>
            <a:r>
              <a:rPr sz="1700" b="1">
                <a:solidFill>
                  <a:srgbClr val="1B1F24"/>
                </a:solidFill>
                <a:latin typeface="Yu Gothic"/>
              </a:rPr>
              <a:t>・辞書で「短くしてしまう」置き換えはしない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　　『筑波記念病院』が『病院』に、『右大腿骨骨折』が『骨折』に潰れていたのを修正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確認・編集画面の工夫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読み違いを見つけやすく、直しやすくする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・確信度を色で示す（高・中・要確認・修正済み・確定・匿名化）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タグだけでなく背景色にも反映し、元画像の該当箇所にも同じ色を重ねる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・様式と同じ並びで表示する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選択肢の行・列、関連項目のまとまり（褥瘡＝有無＋部位＋程度）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・「確定」（黄緑）と「削除して確定」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記入が無い欄に文字が入った場合を1操作で片付ける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・候補ボタン（辞書・LLM・OCR生読み）と、辞書からの検索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・記述欄は音声入力もできる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ブラウザの音声認識を使うため、初回に確認を出す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・拡大表示は掴んで動かせる／集計は上部に固定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匿名化・操作ログ・利用者の区別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・匿名化加工済みデータ（研究用）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氏名欄が白抜きなら「匿名化済み」。指定すると住所・連絡先も「マスク済み」にし、元の読み取り値ごと捨てる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・操作ログ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読み取り・修正（直す前→直した後）・確定・候補採用・音声入力を記録し、JSON / CSV で保存できる。個人情報の項目は値を残さず文字数だけ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・利用者トークン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同じ端末を複数人が使っても履歴が混ざらないよう、ブラウザごとに発行したトークンで保存先を分ける。共用端末では作業後に消せる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・サイト全体は Basic 認証で保護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トークンは認証ではない、と画面にも明記している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品質チェックで見つけた重大な不具合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「見た目は正しく確信度も高いのに中身が違う」型を、実測で洗い出した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2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/>
                <a:gridCol w="6294120"/>
              </a:tblGrid>
              <a:tr h="392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見つかった不具合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起きていたこと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定型文フィルタが臨床情報を消す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『認知症』『骨折』『がん』が空になる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病名が別の病名に化ける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『糖尿病』→『糖尿病性腎症』を確信度100%で採用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数字の切り詰め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『2024年』→『20年』→ 西暦2038年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記入が無い欄の拾い読みが素通り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『摂食の留意事項＝い』が確信度0.816（緑）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操作ログに個人情報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ファイル名（氏名を含む）と医療機関名が生で残る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編集ログが別の意見書と混ざる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存在しない訂正が記録される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欄が画像の端に掛かると落ちる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1件まるごと失われる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ふりがな欄が必ず空になる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読めていたのに、文字種の指定で全部捨てていた（0.00%）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診断名が粗い分類に化ける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『右大腿骨頸部骨折術後』→『大腿骨頸部骨折』（右・術後が消える）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23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同時に2件来るとサーバごと落ちる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処理中の全部が巻き添え。小型LLMを共有していた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同じ判定を Python とブラウザの両方に持つため、同じ入力で値が一致するかを必ず突き合わせる。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不具合の見つけ方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見る人を変えると、出てくるものが変わる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78992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1828800"/>
              </a:tblGrid>
              <a:tr h="4145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やり方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見つかったもの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重なり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コードを読むレビュー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8件（無効になっていた分岐、両版のずれ、境界の1文字違い）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説明書だけを頼りに触る確認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9件（同時実行で落ちる、仕様との食い違い、エラーが利用者に届かない、説明書が無い）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0件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931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・9件中1件も重ならなかった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性質がまったく違う。両方やる必要がある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・利用者目線でいちばん重かった指摘は「説明書が1文字も無い」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--help だけが手がかりで、何から始めればよいか分からない状態だった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・測って自分の判断が4回覆った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輪郭立て＝害 / 切り抜き側の低解像度対応＝効果0 / Lanczosの境目＝変化なし / Lanczos自体＝差なし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解像度の低い入力への対応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人が読める程度に写っていても、機械が読めないことがある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8778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入力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引き伸ばし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対応後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対応前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200dpi（想定）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1.0 倍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255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255（同じ）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150dpi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1.33 倍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260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256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100dpi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2.0 倍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244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249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75dpi（A4が横600画素）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2.66 倍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7F4B"/>
                          </a:solidFill>
                          <a:latin typeface="Yu Gothic"/>
                        </a:rPr>
                        <a:t>241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225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023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・要は「位置合わせの1行」だった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テンプレートの大きさに合わせる所で線形補間を使っていた。にじんで細い線が消え、あとでいくら拡大しても戻らない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・切り抜き側をいじっても効果は0だった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位置合わせで既に引き伸ばされているため、分岐に一度も入っていなかった。測って初めて分かった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・輪郭を立てる処理は悪化したので入れていない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100dpi で 年74.0% → 70.2%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表の数字は20通・日付284件の正解数。低い解像度ほど効きが大きい。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デジタル庁「源内」への接続（受け口だけ用意・既定は閉）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組み込みの可否を検討した結果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2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766560"/>
              </a:tblGrid>
              <a:tr h="4069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検討したこと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結論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genai-web / genai-ai-api のコードを取り込む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しない。前者はAWS CDKの基盤本体、後者はクラウド別のRAG/LLMテンプレート。帳票の読み取りは含まれない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源内のAIアプリとして登録できるようにする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受け口を用意した。取り決めは薄いREST（ファイルをbase64で受け、Markdownを返す）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ライセンス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F24"/>
                          </a:solidFill>
                          <a:latin typeface="Yu Gothic"/>
                        </a:rPr>
                        <a:t>両方とも MIT。障害にならない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14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・既定では閉じている（404）。ikensho serve --gennai と明示したときだけ開く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・開くと「患者情報は端末から出ない」という前提が変わる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読み取り結果（氏名・生年月日・住所を含む）が源内側に渡り、履歴に残る。運用の取り決めを作ってから開くこと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・登録するかどうかは利用側の判断。技術的な準備だけ済ませてある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配布のしかた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7312"/>
                <a:gridCol w="3057144"/>
                <a:gridCol w="4855464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方法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対象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特徴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Web版（サーバに設置）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組織で使う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全機能。Basic認証で保護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Python版（pip）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Rocky / Ubuntu / macOS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大量処理・自動化に向く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Docker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Windows など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OS を問わず同じ環境で動く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単一HTMLファイル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持ち運び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24"/>
                          </a:solidFill>
                          <a:latin typeface="Yu Gothic"/>
                        </a:rPr>
                        <a:t>チェック欄のみ（ブラウザの制約でOCRは動かない）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5720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1">
                <a:solidFill>
                  <a:srgbClr val="1B1F24"/>
                </a:solidFill>
                <a:latin typeface="Yu Gothic"/>
              </a:rPr>
              <a:t>・辞書・テンプレート・様式定義はデータとして分離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　　新しい様式は管理画面から追加できる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開発の記録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・GitHub の Issue に問題を残している（全 64 件 / 未対応 7 件）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症状・原因・直し方・確認方法をそれぞれに書いている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・WORKLOG.md（作業ログ）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どのコミットでどのファイルを何行いじったか、指示への対応状況の対照表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・DEVNOTES.md（開発メモ）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設計の経緯、試して駄目だった方法、既知の限界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・docs/DEVELOPER.md（技術者向け）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構成、全コマンド、新しい様式の追加手順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懸念事項（今わかっている弱点）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5B636E"/>
                </a:solidFill>
                <a:latin typeface="Yu Gothic"/>
              </a:rPr>
              <a:t>使う前に知っておいてほしいこと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10789919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4389120"/>
                <a:gridCol w="3840480"/>
              </a:tblGrid>
              <a:tr h="39547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懸念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中身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</a:rPr>
                        <a:t>いま言えること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読み取りは完全ではない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チェック 99.08%（seigo・18,600枠）／89.36%（seigo2・4,895枠）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必ず原本と照らして確認する運用が前提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つぶれ・重なりの多い紙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チェック66.4% / 文字16.1%。1,000通中219通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取り込みの品質がそのまま精度になる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枠外にはみ出した印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正解率45.6%。隣の手書きと見分けが付かない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確認画面で人が直す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汚れの多いスキャン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誤検出117件のうち79件が3通に集中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1通単位で見分ける仕組みが要る（未着手）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解像度の低い入力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75dpi 相当でも読めるが、年の精度は落ちる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200dpi以上での取り込みを勧める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正解データが2種類とも合成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seigo 100通・seigo2 1,000通。どちらも生成したもの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実データでの検証が要る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源内につなぐと前提が変わる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患者情報が端末の外に出る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Yu Gothic"/>
                        </a:rPr>
                        <a:t>既定は閉。運用の取り決めが先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Masaru Sanuki, University of Tsukuba &amp; Department of Biomedical Informatics, University of Tsukuba Hospital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B1F24"/>
                </a:solidFill>
                <a:latin typeface="Yu Gothic"/>
              </a:rPr>
              <a:t>これから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89888"/>
            <a:ext cx="11064240" cy="1143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・汚れの多い紙を1通単位で見分けて、しきい値を上げる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誤検出の3分の2がここに集中している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・枠外にはみ出した印を拾う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いまは45.6%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・実データでの検証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正解データは生成物なので、実際の紙で確かめる必要がある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・単一HTMLファイル版でのテキストOCR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ブラウザの制約があり、方法を検討中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1B1F24"/>
                </a:solidFill>
                <a:latin typeface="Yu Gothic"/>
              </a:rPr>
              <a:t>・様式が変わったときの追従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B636E"/>
                </a:solidFill>
                <a:latin typeface="Yu Gothic"/>
              </a:rPr>
              <a:t>　　テンプレートも、チェック欄の言葉も管理画面から直せる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60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B636E"/>
                </a:solidFill>
                <a:latin typeface="Yu Gothic"/>
              </a:rPr>
              <a:t>Masaru Sanuki, University of Tsukuba &amp; Department of Biomedical Informatics, University of Tsukuba Hospital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36E"/>
                </a:solidFill>
                <a:latin typeface="Yu Gothic"/>
              </a:rPr>
              <a:t>主治医意見書 読み取り　|　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